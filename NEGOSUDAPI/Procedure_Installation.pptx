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xel Aubé" initials="AA" lastIdx="1" clrIdx="0">
    <p:extLst>
      <p:ext uri="{19B8F6BF-5375-455C-9EA6-DF929625EA0E}">
        <p15:presenceInfo xmlns:p15="http://schemas.microsoft.com/office/powerpoint/2012/main" userId="803f48fbcfc5c0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2T09:44:51.137" idx="1">
    <p:pos x="10" y="10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/>
          <a:lstStyle/>
          <a:p>
            <a:r>
              <a:rPr dirty="0" err="1"/>
              <a:t>Procédure</a:t>
            </a:r>
            <a:r>
              <a:rPr dirty="0"/>
              <a:t> </a:t>
            </a:r>
            <a:r>
              <a:rPr dirty="0" err="1"/>
              <a:t>d'installation</a:t>
            </a:r>
            <a:br>
              <a:rPr lang="fr-FR" dirty="0"/>
            </a:br>
            <a:r>
              <a:rPr lang="fr-FR" dirty="0"/>
              <a:t>NEGOSUD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Prérequis</a:t>
            </a:r>
            <a:r>
              <a:rPr dirty="0"/>
              <a:t> </a:t>
            </a:r>
            <a:r>
              <a:rPr dirty="0" err="1"/>
              <a:t>d'installation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Serveur</a:t>
            </a:r>
            <a:r>
              <a:rPr dirty="0"/>
              <a:t> de base de </a:t>
            </a:r>
            <a:r>
              <a:rPr dirty="0" err="1"/>
              <a:t>données</a:t>
            </a:r>
            <a:r>
              <a:rPr dirty="0"/>
              <a:t> : SQL Server </a:t>
            </a:r>
            <a:r>
              <a:rPr lang="fr-FR" dirty="0"/>
              <a:t>ou autre serveur équivalent</a:t>
            </a:r>
            <a:endParaRPr dirty="0"/>
          </a:p>
          <a:p>
            <a:r>
              <a:rPr dirty="0" err="1"/>
              <a:t>Serveur</a:t>
            </a:r>
            <a:r>
              <a:rPr dirty="0"/>
              <a:t> Web pour </a:t>
            </a:r>
            <a:r>
              <a:rPr dirty="0" err="1"/>
              <a:t>héberger</a:t>
            </a:r>
            <a:r>
              <a:rPr dirty="0"/>
              <a:t> </a:t>
            </a:r>
            <a:r>
              <a:rPr dirty="0" err="1"/>
              <a:t>l'application</a:t>
            </a:r>
            <a:r>
              <a:rPr dirty="0"/>
              <a:t> MVC</a:t>
            </a:r>
            <a:endParaRPr lang="fr-FR" dirty="0"/>
          </a:p>
          <a:p>
            <a:r>
              <a:rPr dirty="0" err="1"/>
              <a:t>Serveur</a:t>
            </a:r>
            <a:r>
              <a:rPr dirty="0"/>
              <a:t> pour </a:t>
            </a:r>
            <a:r>
              <a:rPr dirty="0" err="1"/>
              <a:t>l'API</a:t>
            </a:r>
            <a:r>
              <a:rPr dirty="0"/>
              <a:t> Swagger</a:t>
            </a:r>
          </a:p>
          <a:p>
            <a:r>
              <a:rPr dirty="0"/>
              <a:t>Poste client pour </a:t>
            </a:r>
            <a:r>
              <a:rPr dirty="0" err="1"/>
              <a:t>l'application</a:t>
            </a:r>
            <a:r>
              <a:rPr dirty="0"/>
              <a:t> WPF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Installation du Site E-commerce</a:t>
            </a:r>
            <a:r>
              <a:rPr dirty="0" err="1"/>
              <a:t>Déployer</a:t>
            </a:r>
            <a:r>
              <a:rPr dirty="0"/>
              <a:t> </a:t>
            </a:r>
            <a:r>
              <a:rPr dirty="0" err="1"/>
              <a:t>l'application</a:t>
            </a:r>
            <a:r>
              <a:rPr dirty="0"/>
              <a:t> MVC </a:t>
            </a:r>
            <a:r>
              <a:rPr dirty="0" err="1"/>
              <a:t>en</a:t>
            </a:r>
            <a:r>
              <a:rPr dirty="0"/>
              <a:t> mode Release</a:t>
            </a:r>
          </a:p>
          <a:p>
            <a:r>
              <a:rPr lang="fr-FR" dirty="0"/>
              <a:t>Installation de l'API </a:t>
            </a:r>
            <a:r>
              <a:rPr lang="fr-FR" dirty="0" err="1"/>
              <a:t>Swagger</a:t>
            </a:r>
            <a:endParaRPr lang="fr-FR" dirty="0"/>
          </a:p>
          <a:p>
            <a:r>
              <a:rPr lang="fr-FR" dirty="0"/>
              <a:t>Installation du Client Lourd WPF</a:t>
            </a:r>
          </a:p>
          <a:p>
            <a:r>
              <a:rPr lang="fr-FR" dirty="0"/>
              <a:t>Configuration de la Base de Données</a:t>
            </a:r>
          </a:p>
          <a:p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68734EA-6592-42AF-AC1C-AE912E938BC2}"/>
              </a:ext>
            </a:extLst>
          </p:cNvPr>
          <p:cNvSpPr txBox="1"/>
          <p:nvPr/>
        </p:nvSpPr>
        <p:spPr>
          <a:xfrm>
            <a:off x="1343025" y="304800"/>
            <a:ext cx="6286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/>
              <a:t>Procédure d’installation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60</Words>
  <Application>Microsoft Office PowerPoint</Application>
  <PresentationFormat>Affichage à l'écran (4:3)</PresentationFormat>
  <Paragraphs>11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Procédure d'installation NEGOSUD</vt:lpstr>
      <vt:lpstr>Prérequis d'installation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Procédure d'installation</dc:title>
  <dc:subject/>
  <dc:creator/>
  <cp:keywords/>
  <dc:description>generated using python-pptx</dc:description>
  <cp:lastModifiedBy>Axel Aubé</cp:lastModifiedBy>
  <cp:revision>4</cp:revision>
  <dcterms:created xsi:type="dcterms:W3CDTF">2013-01-27T09:14:16Z</dcterms:created>
  <dcterms:modified xsi:type="dcterms:W3CDTF">2024-10-22T07:46:42Z</dcterms:modified>
  <cp:category/>
</cp:coreProperties>
</file>